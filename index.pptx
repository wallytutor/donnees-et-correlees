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go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Données et corrélées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Comprendre la Data Science d’ores et… maintenant</a:t>
            </a:r>
            <a:br/>
            <a:br/>
            <a:r>
              <a:rPr/>
              <a:t>Walter Dal’Maz Silva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Préambule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…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Analyse Exploratoire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 A</a:t>
            </a:r>
          </a:p>
          <a:p>
            <a:pPr lvl="0" indent="0" marL="0">
              <a:buNone/>
            </a:pPr>
            <a:r>
              <a:rPr/>
              <a:t>Content for </a:t>
            </a:r>
            <a:r>
              <a:rPr>
                <a:latin typeface="Courier"/>
              </a:rPr>
              <a:t>Tab 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Tab B</a:t>
            </a:r>
          </a:p>
          <a:p>
            <a:pPr lvl="0" indent="0" marL="0">
              <a:buNone/>
            </a:pPr>
            <a:r>
              <a:rPr/>
              <a:t>Your are now inside </a:t>
            </a:r>
            <a:r>
              <a:rPr>
                <a:latin typeface="Courier"/>
              </a:rPr>
              <a:t>Tab B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Left column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Right column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Orange Canvas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…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Jamovi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…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Données et corrélées</dc:title>
  <dc:creator>Walter Dal’Maz Silva</dc:creator>
  <cp:keywords/>
  <dcterms:created xsi:type="dcterms:W3CDTF">2026-06-30T17:17:03Z</dcterms:created>
  <dcterms:modified xsi:type="dcterms:W3CDTF">2026-06-30T17:17:03Z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Comprendre la Data Science d’ores et… maintenant</vt:lpwstr>
  </property>
  <property fmtid="{D5CDD505-2E9C-101B-9397-08002B2CF9AE}" pid="10" name="theme">
    <vt:lpwstr>default</vt:lpwstr>
  </property>
  <property fmtid="{D5CDD505-2E9C-101B-9397-08002B2CF9AE}" pid="11" name="toc-title">
    <vt:lpwstr>Table of contents</vt:lpwstr>
  </property>
</Properties>
</file>